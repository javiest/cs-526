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92"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45"/>
    <p:restoredTop sz="96405"/>
  </p:normalViewPr>
  <p:slideViewPr>
    <p:cSldViewPr snapToGrid="0" snapToObjects="1">
      <p:cViewPr varScale="1">
        <p:scale>
          <a:sx n="131" d="100"/>
          <a:sy n="131" d="100"/>
        </p:scale>
        <p:origin x="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A5ECBB-B71C-BC43-8271-C53449D8EA9F}" type="datetimeFigureOut">
              <a:rPr lang="en-US" smtClean="0"/>
              <a:t>11/26/25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F012D-48B4-A145-B00F-C255DB6D6A38}" type="slidenum">
              <a:rPr lang="en-US" smtClean="0"/>
              <a:t>‹#›</a:t>
            </a:fld>
            <a:endParaRPr lang="en-US"/>
          </a:p>
        </p:txBody>
      </p:sp>
    </p:spTree>
    <p:extLst>
      <p:ext uri="{BB962C8B-B14F-4D97-AF65-F5344CB8AC3E}">
        <p14:creationId xmlns:p14="http://schemas.microsoft.com/office/powerpoint/2010/main" val="60939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a:t>
            </a:fld>
            <a:endParaRPr lang="en-US"/>
          </a:p>
        </p:txBody>
      </p:sp>
    </p:spTree>
    <p:extLst>
      <p:ext uri="{BB962C8B-B14F-4D97-AF65-F5344CB8AC3E}">
        <p14:creationId xmlns:p14="http://schemas.microsoft.com/office/powerpoint/2010/main" val="3876626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C25D-F922-B746-9A70-DBEF767A6E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9A9F0E-6B26-C54B-BC8E-BE722E35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F29E97-2D20-B14F-8AF8-EA44C06608AA}"/>
              </a:ext>
            </a:extLst>
          </p:cNvPr>
          <p:cNvSpPr>
            <a:spLocks noGrp="1"/>
          </p:cNvSpPr>
          <p:nvPr>
            <p:ph type="dt" sz="half" idx="10"/>
          </p:nvPr>
        </p:nvSpPr>
        <p:spPr/>
        <p:txBody>
          <a:bodyPr/>
          <a:lstStyle/>
          <a:p>
            <a:fld id="{01FABE52-74C0-4449-A82E-4AEF794E8C4D}" type="datetimeFigureOut">
              <a:rPr lang="en-US" smtClean="0"/>
              <a:t>11/26/25</a:t>
            </a:fld>
            <a:endParaRPr lang="en-US"/>
          </a:p>
        </p:txBody>
      </p:sp>
      <p:sp>
        <p:nvSpPr>
          <p:cNvPr id="5" name="Footer Placeholder 4">
            <a:extLst>
              <a:ext uri="{FF2B5EF4-FFF2-40B4-BE49-F238E27FC236}">
                <a16:creationId xmlns:a16="http://schemas.microsoft.com/office/drawing/2014/main" id="{01DE68A4-436C-6B49-89C3-F106487DA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01D27-D0DE-6143-AFDF-0F6F1FA15C38}"/>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917106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5CE1-7A58-FE4D-8891-84828C80F7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561BFB-D804-624C-811A-C8DC29D9CBE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31F82-D3BC-A748-A249-319E1E27EA67}"/>
              </a:ext>
            </a:extLst>
          </p:cNvPr>
          <p:cNvSpPr>
            <a:spLocks noGrp="1"/>
          </p:cNvSpPr>
          <p:nvPr>
            <p:ph type="dt" sz="half" idx="10"/>
          </p:nvPr>
        </p:nvSpPr>
        <p:spPr/>
        <p:txBody>
          <a:bodyPr/>
          <a:lstStyle/>
          <a:p>
            <a:fld id="{01FABE52-74C0-4449-A82E-4AEF794E8C4D}" type="datetimeFigureOut">
              <a:rPr lang="en-US" smtClean="0"/>
              <a:t>11/26/25</a:t>
            </a:fld>
            <a:endParaRPr lang="en-US"/>
          </a:p>
        </p:txBody>
      </p:sp>
      <p:sp>
        <p:nvSpPr>
          <p:cNvPr id="5" name="Footer Placeholder 4">
            <a:extLst>
              <a:ext uri="{FF2B5EF4-FFF2-40B4-BE49-F238E27FC236}">
                <a16:creationId xmlns:a16="http://schemas.microsoft.com/office/drawing/2014/main" id="{25A04461-7F4C-B246-B27F-BBB531C664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7B88C-360C-5B41-8F98-5B289EC19755}"/>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003449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CA93A-3DF0-C04E-9E7D-559E971431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BE38E0-6B08-0445-92A0-D0CBAE6AE6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7A717C8-882E-8F48-9492-325A3874BB13}"/>
              </a:ext>
            </a:extLst>
          </p:cNvPr>
          <p:cNvSpPr>
            <a:spLocks noGrp="1"/>
          </p:cNvSpPr>
          <p:nvPr>
            <p:ph type="dt" sz="half" idx="10"/>
          </p:nvPr>
        </p:nvSpPr>
        <p:spPr/>
        <p:txBody>
          <a:bodyPr/>
          <a:lstStyle/>
          <a:p>
            <a:fld id="{01FABE52-74C0-4449-A82E-4AEF794E8C4D}" type="datetimeFigureOut">
              <a:rPr lang="en-US" smtClean="0"/>
              <a:t>11/26/25</a:t>
            </a:fld>
            <a:endParaRPr lang="en-US"/>
          </a:p>
        </p:txBody>
      </p:sp>
      <p:sp>
        <p:nvSpPr>
          <p:cNvPr id="5" name="Footer Placeholder 4">
            <a:extLst>
              <a:ext uri="{FF2B5EF4-FFF2-40B4-BE49-F238E27FC236}">
                <a16:creationId xmlns:a16="http://schemas.microsoft.com/office/drawing/2014/main" id="{E2CD0014-D531-154C-A897-E179ADC610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488E9D-1100-5F49-B977-EACA818B002E}"/>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4104796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DCF20-13F4-C148-A70D-23E4FC2105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DAFA08-B828-C74E-A990-38983A22F5E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8DBD4F-6203-E648-87B4-D673D6E4D0B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58B72B-507A-5A4E-B4D0-D98ED90F5AA1}"/>
              </a:ext>
            </a:extLst>
          </p:cNvPr>
          <p:cNvSpPr>
            <a:spLocks noGrp="1"/>
          </p:cNvSpPr>
          <p:nvPr>
            <p:ph type="dt" sz="half" idx="10"/>
          </p:nvPr>
        </p:nvSpPr>
        <p:spPr/>
        <p:txBody>
          <a:bodyPr/>
          <a:lstStyle/>
          <a:p>
            <a:fld id="{01FABE52-74C0-4449-A82E-4AEF794E8C4D}" type="datetimeFigureOut">
              <a:rPr lang="en-US" smtClean="0"/>
              <a:t>11/26/25</a:t>
            </a:fld>
            <a:endParaRPr lang="en-US"/>
          </a:p>
        </p:txBody>
      </p:sp>
      <p:sp>
        <p:nvSpPr>
          <p:cNvPr id="6" name="Footer Placeholder 5">
            <a:extLst>
              <a:ext uri="{FF2B5EF4-FFF2-40B4-BE49-F238E27FC236}">
                <a16:creationId xmlns:a16="http://schemas.microsoft.com/office/drawing/2014/main" id="{47A675CC-9E7E-4E42-8511-94F50FB428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395513-DBCF-0D49-A283-CF3CB8BCBF96}"/>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160529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3DE97-69CE-2545-B2B4-DB80B8E0E2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D9329B-548C-3340-ADF1-E0BE1A0A81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B8BA96D-6B97-8B47-A39F-E4C24480E6B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E0CB88-257B-CD4C-92FA-48937E0F2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07B3324-CF0A-4145-960F-C8E58BAB2EC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E9CC07-1626-AB4C-B093-120035061866}"/>
              </a:ext>
            </a:extLst>
          </p:cNvPr>
          <p:cNvSpPr>
            <a:spLocks noGrp="1"/>
          </p:cNvSpPr>
          <p:nvPr>
            <p:ph type="dt" sz="half" idx="10"/>
          </p:nvPr>
        </p:nvSpPr>
        <p:spPr/>
        <p:txBody>
          <a:bodyPr/>
          <a:lstStyle/>
          <a:p>
            <a:fld id="{01FABE52-74C0-4449-A82E-4AEF794E8C4D}" type="datetimeFigureOut">
              <a:rPr lang="en-US" smtClean="0"/>
              <a:t>11/26/25</a:t>
            </a:fld>
            <a:endParaRPr lang="en-US"/>
          </a:p>
        </p:txBody>
      </p:sp>
      <p:sp>
        <p:nvSpPr>
          <p:cNvPr id="8" name="Footer Placeholder 7">
            <a:extLst>
              <a:ext uri="{FF2B5EF4-FFF2-40B4-BE49-F238E27FC236}">
                <a16:creationId xmlns:a16="http://schemas.microsoft.com/office/drawing/2014/main" id="{F3FD3B8F-5340-D44A-992B-D3A6DDCC52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D3F4F7-033F-6F46-8CD8-64C7EFEC81CD}"/>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957578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E7B13-AE27-2D48-B861-E5058C25B5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DE5DEF-2FC9-6349-9E8F-E658ED88C6BA}"/>
              </a:ext>
            </a:extLst>
          </p:cNvPr>
          <p:cNvSpPr>
            <a:spLocks noGrp="1"/>
          </p:cNvSpPr>
          <p:nvPr>
            <p:ph type="dt" sz="half" idx="10"/>
          </p:nvPr>
        </p:nvSpPr>
        <p:spPr/>
        <p:txBody>
          <a:bodyPr/>
          <a:lstStyle/>
          <a:p>
            <a:fld id="{01FABE52-74C0-4449-A82E-4AEF794E8C4D}" type="datetimeFigureOut">
              <a:rPr lang="en-US" smtClean="0"/>
              <a:t>11/26/25</a:t>
            </a:fld>
            <a:endParaRPr lang="en-US"/>
          </a:p>
        </p:txBody>
      </p:sp>
      <p:sp>
        <p:nvSpPr>
          <p:cNvPr id="4" name="Footer Placeholder 3">
            <a:extLst>
              <a:ext uri="{FF2B5EF4-FFF2-40B4-BE49-F238E27FC236}">
                <a16:creationId xmlns:a16="http://schemas.microsoft.com/office/drawing/2014/main" id="{8EAC2F9B-967A-7F40-ABD9-8DD0640168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BFEBB8-029C-AA4D-9D60-3FE74AB8D240}"/>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167296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AA307E-E65E-F94F-A421-6665454CCC80}"/>
              </a:ext>
            </a:extLst>
          </p:cNvPr>
          <p:cNvSpPr>
            <a:spLocks noGrp="1"/>
          </p:cNvSpPr>
          <p:nvPr>
            <p:ph type="dt" sz="half" idx="10"/>
          </p:nvPr>
        </p:nvSpPr>
        <p:spPr/>
        <p:txBody>
          <a:bodyPr/>
          <a:lstStyle/>
          <a:p>
            <a:fld id="{01FABE52-74C0-4449-A82E-4AEF794E8C4D}" type="datetimeFigureOut">
              <a:rPr lang="en-US" smtClean="0"/>
              <a:t>11/26/25</a:t>
            </a:fld>
            <a:endParaRPr lang="en-US"/>
          </a:p>
        </p:txBody>
      </p:sp>
      <p:sp>
        <p:nvSpPr>
          <p:cNvPr id="3" name="Footer Placeholder 2">
            <a:extLst>
              <a:ext uri="{FF2B5EF4-FFF2-40B4-BE49-F238E27FC236}">
                <a16:creationId xmlns:a16="http://schemas.microsoft.com/office/drawing/2014/main" id="{978CDDDE-D1F5-3445-9E02-EF225AF2CA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FDDC12-6510-6744-AB1F-FF301C99B4F1}"/>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155536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618E0-5F75-094F-AF8D-83675CD5DC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1ACEEF-84D8-1C4E-8109-011D32D36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FDE188-A5DF-A045-9DA4-8C32FDC7EA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76CF674-B7F1-884A-BD43-0DDFE68C4573}"/>
              </a:ext>
            </a:extLst>
          </p:cNvPr>
          <p:cNvSpPr>
            <a:spLocks noGrp="1"/>
          </p:cNvSpPr>
          <p:nvPr>
            <p:ph type="dt" sz="half" idx="10"/>
          </p:nvPr>
        </p:nvSpPr>
        <p:spPr/>
        <p:txBody>
          <a:bodyPr/>
          <a:lstStyle/>
          <a:p>
            <a:fld id="{01FABE52-74C0-4449-A82E-4AEF794E8C4D}" type="datetimeFigureOut">
              <a:rPr lang="en-US" smtClean="0"/>
              <a:t>11/26/25</a:t>
            </a:fld>
            <a:endParaRPr lang="en-US"/>
          </a:p>
        </p:txBody>
      </p:sp>
      <p:sp>
        <p:nvSpPr>
          <p:cNvPr id="6" name="Footer Placeholder 5">
            <a:extLst>
              <a:ext uri="{FF2B5EF4-FFF2-40B4-BE49-F238E27FC236}">
                <a16:creationId xmlns:a16="http://schemas.microsoft.com/office/drawing/2014/main" id="{2A79DB32-51AB-5841-A50A-90B3EF147D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25F05-C4B2-4845-8455-EE102D2D1840}"/>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208360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1039C-487E-634C-B3C9-1FB0B09CFE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284271-D343-6746-BA5C-DD13D538B7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A8663B-2732-AF4D-926E-2392B731D9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141064F-BB2C-5A4B-B14F-86F8B4DB6943}"/>
              </a:ext>
            </a:extLst>
          </p:cNvPr>
          <p:cNvSpPr>
            <a:spLocks noGrp="1"/>
          </p:cNvSpPr>
          <p:nvPr>
            <p:ph type="dt" sz="half" idx="10"/>
          </p:nvPr>
        </p:nvSpPr>
        <p:spPr/>
        <p:txBody>
          <a:bodyPr/>
          <a:lstStyle/>
          <a:p>
            <a:fld id="{01FABE52-74C0-4449-A82E-4AEF794E8C4D}" type="datetimeFigureOut">
              <a:rPr lang="en-US" smtClean="0"/>
              <a:t>11/26/25</a:t>
            </a:fld>
            <a:endParaRPr lang="en-US"/>
          </a:p>
        </p:txBody>
      </p:sp>
      <p:sp>
        <p:nvSpPr>
          <p:cNvPr id="6" name="Footer Placeholder 5">
            <a:extLst>
              <a:ext uri="{FF2B5EF4-FFF2-40B4-BE49-F238E27FC236}">
                <a16:creationId xmlns:a16="http://schemas.microsoft.com/office/drawing/2014/main" id="{629D46D5-BC1C-EF48-9BBE-0B18B33093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4B75F1-EC0A-A94D-A279-311A77A8A921}"/>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604140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A963-A2B8-6A4F-B8A1-B917AAD171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EF11B0-E08B-1945-8643-AE2DC7A8426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C2C47E-63C5-8343-8DD2-FC4C99E7B69D}"/>
              </a:ext>
            </a:extLst>
          </p:cNvPr>
          <p:cNvSpPr>
            <a:spLocks noGrp="1"/>
          </p:cNvSpPr>
          <p:nvPr>
            <p:ph type="dt" sz="half" idx="10"/>
          </p:nvPr>
        </p:nvSpPr>
        <p:spPr/>
        <p:txBody>
          <a:bodyPr/>
          <a:lstStyle/>
          <a:p>
            <a:fld id="{01FABE52-74C0-4449-A82E-4AEF794E8C4D}" type="datetimeFigureOut">
              <a:rPr lang="en-US" smtClean="0"/>
              <a:t>11/26/25</a:t>
            </a:fld>
            <a:endParaRPr lang="en-US"/>
          </a:p>
        </p:txBody>
      </p:sp>
      <p:sp>
        <p:nvSpPr>
          <p:cNvPr id="5" name="Footer Placeholder 4">
            <a:extLst>
              <a:ext uri="{FF2B5EF4-FFF2-40B4-BE49-F238E27FC236}">
                <a16:creationId xmlns:a16="http://schemas.microsoft.com/office/drawing/2014/main" id="{7F3B18C6-45B0-4F40-882E-41C0DAD077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2B5436-A954-B14B-9DAD-0952CF4612D9}"/>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89540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7063F4-710B-404B-A173-82A1DC0D2D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B04CB7-1D9E-DA43-8FC7-5FACA39CFCC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0DF71A-FF66-FB4A-B299-821D748C76C7}"/>
              </a:ext>
            </a:extLst>
          </p:cNvPr>
          <p:cNvSpPr>
            <a:spLocks noGrp="1"/>
          </p:cNvSpPr>
          <p:nvPr>
            <p:ph type="dt" sz="half" idx="10"/>
          </p:nvPr>
        </p:nvSpPr>
        <p:spPr/>
        <p:txBody>
          <a:bodyPr/>
          <a:lstStyle/>
          <a:p>
            <a:fld id="{01FABE52-74C0-4449-A82E-4AEF794E8C4D}" type="datetimeFigureOut">
              <a:rPr lang="en-US" smtClean="0"/>
              <a:t>11/26/25</a:t>
            </a:fld>
            <a:endParaRPr lang="en-US"/>
          </a:p>
        </p:txBody>
      </p:sp>
      <p:sp>
        <p:nvSpPr>
          <p:cNvPr id="5" name="Footer Placeholder 4">
            <a:extLst>
              <a:ext uri="{FF2B5EF4-FFF2-40B4-BE49-F238E27FC236}">
                <a16:creationId xmlns:a16="http://schemas.microsoft.com/office/drawing/2014/main" id="{B33D2F75-65A5-F643-9E5D-56A13B347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300F60-A372-824A-9A29-33446CFCFA2C}"/>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871081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A49120-51F5-3641-B5DF-4B59CCE54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5D347A-047F-2546-8802-2D1E5E29F7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8F7234-20C3-9D42-94C2-7EE9FBE8FB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ABE52-74C0-4449-A82E-4AEF794E8C4D}" type="datetimeFigureOut">
              <a:rPr lang="en-US" smtClean="0"/>
              <a:t>11/26/25</a:t>
            </a:fld>
            <a:endParaRPr lang="en-US"/>
          </a:p>
        </p:txBody>
      </p:sp>
      <p:sp>
        <p:nvSpPr>
          <p:cNvPr id="5" name="Footer Placeholder 4">
            <a:extLst>
              <a:ext uri="{FF2B5EF4-FFF2-40B4-BE49-F238E27FC236}">
                <a16:creationId xmlns:a16="http://schemas.microsoft.com/office/drawing/2014/main" id="{741B583E-1770-5A4E-830D-D11CFA81C8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C1A04A-FB1B-EA43-9566-3C09BB1E34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84ABFF-D714-5E4C-8409-CF24B028649F}" type="slidenum">
              <a:rPr lang="en-US" smtClean="0"/>
              <a:t>‹#›</a:t>
            </a:fld>
            <a:endParaRPr lang="en-US"/>
          </a:p>
        </p:txBody>
      </p:sp>
    </p:spTree>
    <p:extLst>
      <p:ext uri="{BB962C8B-B14F-4D97-AF65-F5344CB8AC3E}">
        <p14:creationId xmlns:p14="http://schemas.microsoft.com/office/powerpoint/2010/main" val="3960516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a:t>
            </a:r>
            <a:r>
              <a:rPr lang="en-US" b="1"/>
              <a:t>100 points)</a:t>
            </a:r>
            <a:endParaRPr lang="en-US" b="1" dirty="0"/>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Homework 8</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1" y="1524000"/>
            <a:ext cx="12192001" cy="4832350"/>
          </a:xfrm>
          <a:solidFill>
            <a:schemeClr val="accent2">
              <a:lumMod val="20000"/>
              <a:lumOff val="80000"/>
            </a:schemeClr>
          </a:solidFill>
        </p:spPr>
        <p:txBody>
          <a:bodyPr>
            <a:normAutofit/>
          </a:bodyPr>
          <a:lstStyle/>
          <a:p>
            <a:pPr lvl="1"/>
            <a:endParaRPr lang="en-US" sz="700" dirty="0"/>
          </a:p>
          <a:p>
            <a:pPr marL="0" indent="0">
              <a:buNone/>
            </a:pPr>
            <a:r>
              <a:rPr lang="en-US" sz="1800" dirty="0"/>
              <a:t>Implement the Huffman Encoding Algorithm we went over in class:</a:t>
            </a:r>
          </a:p>
          <a:p>
            <a:pPr marL="0" indent="0">
              <a:buNone/>
            </a:pPr>
            <a:r>
              <a:rPr lang="en-US" sz="1800" dirty="0"/>
              <a:t>Design an algorithm that takes as input a text document or long string. Create the Huffman frequency map, the Huffman tree, transform the input based on the </a:t>
            </a:r>
            <a:r>
              <a:rPr lang="en-US" sz="1800"/>
              <a:t>Huffman tree </a:t>
            </a:r>
            <a:r>
              <a:rPr lang="en-US" sz="1800" dirty="0"/>
              <a:t>and write out the input text to a file.</a:t>
            </a:r>
          </a:p>
          <a:p>
            <a:pPr marL="0" indent="0">
              <a:buNone/>
            </a:pPr>
            <a:r>
              <a:rPr lang="en-US" sz="1800" dirty="0"/>
              <a:t>You must print out your input set, your frequency map, your tree to the terminal window and write out your compressed file. You must provide screen shots of your code working.</a:t>
            </a:r>
          </a:p>
          <a:p>
            <a:pPr marL="0" indent="0">
              <a:buNone/>
            </a:pPr>
            <a:r>
              <a:rPr lang="en-US" sz="1800" dirty="0"/>
              <a:t>Design an algorithm that takes as input the output of the previous part and reconstructs the document.</a:t>
            </a:r>
          </a:p>
          <a:p>
            <a:pPr marL="0" indent="0">
              <a:buNone/>
            </a:pPr>
            <a:r>
              <a:rPr lang="en-US" sz="1800" dirty="0"/>
              <a:t>You must print out your input set, and write out your reconstructed document to a file. You must provide screen shots of your code working.</a:t>
            </a:r>
          </a:p>
          <a:p>
            <a:pPr marL="0" indent="0">
              <a:buNone/>
            </a:pPr>
            <a:endParaRPr lang="en-US" sz="1800" dirty="0"/>
          </a:p>
          <a:p>
            <a:pPr marL="0" indent="0">
              <a:buNone/>
            </a:pPr>
            <a:r>
              <a:rPr lang="en-US" sz="1800" dirty="0"/>
              <a:t>You should submit a </a:t>
            </a:r>
            <a:r>
              <a:rPr lang="en-US" sz="1800" dirty="0" err="1"/>
              <a:t>readme.txt</a:t>
            </a:r>
            <a:r>
              <a:rPr lang="en-US" sz="1800" dirty="0"/>
              <a:t> file with an explanation of your code and algorithms. You must provide exact instructions on how to run your code and you must submit screen shots of your running code.</a:t>
            </a:r>
          </a:p>
          <a:p>
            <a:pPr marL="0" indent="0">
              <a:buNone/>
            </a:pPr>
            <a:r>
              <a:rPr lang="en-US" sz="1800" dirty="0"/>
              <a:t>			</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25719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TotalTime>
  <Words>191</Words>
  <Application>Microsoft Macintosh PowerPoint</Application>
  <PresentationFormat>Widescreen</PresentationFormat>
  <Paragraphs>21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Problem 1 (100 points)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Introduce Yourself</dc:title>
  <dc:creator>David Mellor</dc:creator>
  <cp:lastModifiedBy>David Mellor</cp:lastModifiedBy>
  <cp:revision>41</cp:revision>
  <dcterms:created xsi:type="dcterms:W3CDTF">2024-08-26T20:23:57Z</dcterms:created>
  <dcterms:modified xsi:type="dcterms:W3CDTF">2025-11-26T13:41:47Z</dcterms:modified>
</cp:coreProperties>
</file>