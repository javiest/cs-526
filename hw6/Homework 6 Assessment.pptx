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92" r:id="rId2"/>
    <p:sldId id="293" r:id="rId3"/>
    <p:sldId id="295" r:id="rId4"/>
    <p:sldId id="296"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45"/>
    <p:restoredTop sz="96405"/>
  </p:normalViewPr>
  <p:slideViewPr>
    <p:cSldViewPr snapToGrid="0" snapToObjects="1">
      <p:cViewPr varScale="1">
        <p:scale>
          <a:sx n="131" d="100"/>
          <a:sy n="131" d="100"/>
        </p:scale>
        <p:origin x="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A5ECBB-B71C-BC43-8271-C53449D8EA9F}" type="datetimeFigureOut">
              <a:rPr lang="en-US" smtClean="0"/>
              <a:t>11/16/25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F012D-48B4-A145-B00F-C255DB6D6A38}" type="slidenum">
              <a:rPr lang="en-US" smtClean="0"/>
              <a:t>‹#›</a:t>
            </a:fld>
            <a:endParaRPr lang="en-US"/>
          </a:p>
        </p:txBody>
      </p:sp>
    </p:spTree>
    <p:extLst>
      <p:ext uri="{BB962C8B-B14F-4D97-AF65-F5344CB8AC3E}">
        <p14:creationId xmlns:p14="http://schemas.microsoft.com/office/powerpoint/2010/main" val="60939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a:t>
            </a:fld>
            <a:endParaRPr lang="en-US"/>
          </a:p>
        </p:txBody>
      </p:sp>
    </p:spTree>
    <p:extLst>
      <p:ext uri="{BB962C8B-B14F-4D97-AF65-F5344CB8AC3E}">
        <p14:creationId xmlns:p14="http://schemas.microsoft.com/office/powerpoint/2010/main" val="3876626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2</a:t>
            </a:fld>
            <a:endParaRPr lang="en-US"/>
          </a:p>
        </p:txBody>
      </p:sp>
    </p:spTree>
    <p:extLst>
      <p:ext uri="{BB962C8B-B14F-4D97-AF65-F5344CB8AC3E}">
        <p14:creationId xmlns:p14="http://schemas.microsoft.com/office/powerpoint/2010/main" val="41922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3</a:t>
            </a:fld>
            <a:endParaRPr lang="en-US"/>
          </a:p>
        </p:txBody>
      </p:sp>
    </p:spTree>
    <p:extLst>
      <p:ext uri="{BB962C8B-B14F-4D97-AF65-F5344CB8AC3E}">
        <p14:creationId xmlns:p14="http://schemas.microsoft.com/office/powerpoint/2010/main" val="2977456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4</a:t>
            </a:fld>
            <a:endParaRPr lang="en-US"/>
          </a:p>
        </p:txBody>
      </p:sp>
    </p:spTree>
    <p:extLst>
      <p:ext uri="{BB962C8B-B14F-4D97-AF65-F5344CB8AC3E}">
        <p14:creationId xmlns:p14="http://schemas.microsoft.com/office/powerpoint/2010/main" val="28782271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C25D-F922-B746-9A70-DBEF767A6E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9A9F0E-6B26-C54B-BC8E-BE722E35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F29E97-2D20-B14F-8AF8-EA44C06608AA}"/>
              </a:ext>
            </a:extLst>
          </p:cNvPr>
          <p:cNvSpPr>
            <a:spLocks noGrp="1"/>
          </p:cNvSpPr>
          <p:nvPr>
            <p:ph type="dt" sz="half" idx="10"/>
          </p:nvPr>
        </p:nvSpPr>
        <p:spPr/>
        <p:txBody>
          <a:bodyPr/>
          <a:lstStyle/>
          <a:p>
            <a:fld id="{01FABE52-74C0-4449-A82E-4AEF794E8C4D}" type="datetimeFigureOut">
              <a:rPr lang="en-US" smtClean="0"/>
              <a:t>11/16/25</a:t>
            </a:fld>
            <a:endParaRPr lang="en-US"/>
          </a:p>
        </p:txBody>
      </p:sp>
      <p:sp>
        <p:nvSpPr>
          <p:cNvPr id="5" name="Footer Placeholder 4">
            <a:extLst>
              <a:ext uri="{FF2B5EF4-FFF2-40B4-BE49-F238E27FC236}">
                <a16:creationId xmlns:a16="http://schemas.microsoft.com/office/drawing/2014/main" id="{01DE68A4-436C-6B49-89C3-F106487DA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01D27-D0DE-6143-AFDF-0F6F1FA15C38}"/>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917106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15CE1-7A58-FE4D-8891-84828C80F7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561BFB-D804-624C-811A-C8DC29D9CBE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731F82-D3BC-A748-A249-319E1E27EA67}"/>
              </a:ext>
            </a:extLst>
          </p:cNvPr>
          <p:cNvSpPr>
            <a:spLocks noGrp="1"/>
          </p:cNvSpPr>
          <p:nvPr>
            <p:ph type="dt" sz="half" idx="10"/>
          </p:nvPr>
        </p:nvSpPr>
        <p:spPr/>
        <p:txBody>
          <a:bodyPr/>
          <a:lstStyle/>
          <a:p>
            <a:fld id="{01FABE52-74C0-4449-A82E-4AEF794E8C4D}" type="datetimeFigureOut">
              <a:rPr lang="en-US" smtClean="0"/>
              <a:t>11/16/25</a:t>
            </a:fld>
            <a:endParaRPr lang="en-US"/>
          </a:p>
        </p:txBody>
      </p:sp>
      <p:sp>
        <p:nvSpPr>
          <p:cNvPr id="5" name="Footer Placeholder 4">
            <a:extLst>
              <a:ext uri="{FF2B5EF4-FFF2-40B4-BE49-F238E27FC236}">
                <a16:creationId xmlns:a16="http://schemas.microsoft.com/office/drawing/2014/main" id="{25A04461-7F4C-B246-B27F-BBB531C664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7B88C-360C-5B41-8F98-5B289EC19755}"/>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003449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CA93A-3DF0-C04E-9E7D-559E971431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BE38E0-6B08-0445-92A0-D0CBAE6AE6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7A717C8-882E-8F48-9492-325A3874BB13}"/>
              </a:ext>
            </a:extLst>
          </p:cNvPr>
          <p:cNvSpPr>
            <a:spLocks noGrp="1"/>
          </p:cNvSpPr>
          <p:nvPr>
            <p:ph type="dt" sz="half" idx="10"/>
          </p:nvPr>
        </p:nvSpPr>
        <p:spPr/>
        <p:txBody>
          <a:bodyPr/>
          <a:lstStyle/>
          <a:p>
            <a:fld id="{01FABE52-74C0-4449-A82E-4AEF794E8C4D}" type="datetimeFigureOut">
              <a:rPr lang="en-US" smtClean="0"/>
              <a:t>11/16/25</a:t>
            </a:fld>
            <a:endParaRPr lang="en-US"/>
          </a:p>
        </p:txBody>
      </p:sp>
      <p:sp>
        <p:nvSpPr>
          <p:cNvPr id="5" name="Footer Placeholder 4">
            <a:extLst>
              <a:ext uri="{FF2B5EF4-FFF2-40B4-BE49-F238E27FC236}">
                <a16:creationId xmlns:a16="http://schemas.microsoft.com/office/drawing/2014/main" id="{E2CD0014-D531-154C-A897-E179ADC610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488E9D-1100-5F49-B977-EACA818B002E}"/>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4104796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DCF20-13F4-C148-A70D-23E4FC2105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DAFA08-B828-C74E-A990-38983A22F5E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8DBD4F-6203-E648-87B4-D673D6E4D0B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58B72B-507A-5A4E-B4D0-D98ED90F5AA1}"/>
              </a:ext>
            </a:extLst>
          </p:cNvPr>
          <p:cNvSpPr>
            <a:spLocks noGrp="1"/>
          </p:cNvSpPr>
          <p:nvPr>
            <p:ph type="dt" sz="half" idx="10"/>
          </p:nvPr>
        </p:nvSpPr>
        <p:spPr/>
        <p:txBody>
          <a:bodyPr/>
          <a:lstStyle/>
          <a:p>
            <a:fld id="{01FABE52-74C0-4449-A82E-4AEF794E8C4D}" type="datetimeFigureOut">
              <a:rPr lang="en-US" smtClean="0"/>
              <a:t>11/16/25</a:t>
            </a:fld>
            <a:endParaRPr lang="en-US"/>
          </a:p>
        </p:txBody>
      </p:sp>
      <p:sp>
        <p:nvSpPr>
          <p:cNvPr id="6" name="Footer Placeholder 5">
            <a:extLst>
              <a:ext uri="{FF2B5EF4-FFF2-40B4-BE49-F238E27FC236}">
                <a16:creationId xmlns:a16="http://schemas.microsoft.com/office/drawing/2014/main" id="{47A675CC-9E7E-4E42-8511-94F50FB428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395513-DBCF-0D49-A283-CF3CB8BCBF96}"/>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160529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3DE97-69CE-2545-B2B4-DB80B8E0E2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D9329B-548C-3340-ADF1-E0BE1A0A81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B8BA96D-6B97-8B47-A39F-E4C24480E6B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E0CB88-257B-CD4C-92FA-48937E0F24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07B3324-CF0A-4145-960F-C8E58BAB2EC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E9CC07-1626-AB4C-B093-120035061866}"/>
              </a:ext>
            </a:extLst>
          </p:cNvPr>
          <p:cNvSpPr>
            <a:spLocks noGrp="1"/>
          </p:cNvSpPr>
          <p:nvPr>
            <p:ph type="dt" sz="half" idx="10"/>
          </p:nvPr>
        </p:nvSpPr>
        <p:spPr/>
        <p:txBody>
          <a:bodyPr/>
          <a:lstStyle/>
          <a:p>
            <a:fld id="{01FABE52-74C0-4449-A82E-4AEF794E8C4D}" type="datetimeFigureOut">
              <a:rPr lang="en-US" smtClean="0"/>
              <a:t>11/16/25</a:t>
            </a:fld>
            <a:endParaRPr lang="en-US"/>
          </a:p>
        </p:txBody>
      </p:sp>
      <p:sp>
        <p:nvSpPr>
          <p:cNvPr id="8" name="Footer Placeholder 7">
            <a:extLst>
              <a:ext uri="{FF2B5EF4-FFF2-40B4-BE49-F238E27FC236}">
                <a16:creationId xmlns:a16="http://schemas.microsoft.com/office/drawing/2014/main" id="{F3FD3B8F-5340-D44A-992B-D3A6DDCC52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D3F4F7-033F-6F46-8CD8-64C7EFEC81CD}"/>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957578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E7B13-AE27-2D48-B861-E5058C25B5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DE5DEF-2FC9-6349-9E8F-E658ED88C6BA}"/>
              </a:ext>
            </a:extLst>
          </p:cNvPr>
          <p:cNvSpPr>
            <a:spLocks noGrp="1"/>
          </p:cNvSpPr>
          <p:nvPr>
            <p:ph type="dt" sz="half" idx="10"/>
          </p:nvPr>
        </p:nvSpPr>
        <p:spPr/>
        <p:txBody>
          <a:bodyPr/>
          <a:lstStyle/>
          <a:p>
            <a:fld id="{01FABE52-74C0-4449-A82E-4AEF794E8C4D}" type="datetimeFigureOut">
              <a:rPr lang="en-US" smtClean="0"/>
              <a:t>11/16/25</a:t>
            </a:fld>
            <a:endParaRPr lang="en-US"/>
          </a:p>
        </p:txBody>
      </p:sp>
      <p:sp>
        <p:nvSpPr>
          <p:cNvPr id="4" name="Footer Placeholder 3">
            <a:extLst>
              <a:ext uri="{FF2B5EF4-FFF2-40B4-BE49-F238E27FC236}">
                <a16:creationId xmlns:a16="http://schemas.microsoft.com/office/drawing/2014/main" id="{8EAC2F9B-967A-7F40-ABD9-8DD0640168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BFEBB8-029C-AA4D-9D60-3FE74AB8D240}"/>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167296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AA307E-E65E-F94F-A421-6665454CCC80}"/>
              </a:ext>
            </a:extLst>
          </p:cNvPr>
          <p:cNvSpPr>
            <a:spLocks noGrp="1"/>
          </p:cNvSpPr>
          <p:nvPr>
            <p:ph type="dt" sz="half" idx="10"/>
          </p:nvPr>
        </p:nvSpPr>
        <p:spPr/>
        <p:txBody>
          <a:bodyPr/>
          <a:lstStyle/>
          <a:p>
            <a:fld id="{01FABE52-74C0-4449-A82E-4AEF794E8C4D}" type="datetimeFigureOut">
              <a:rPr lang="en-US" smtClean="0"/>
              <a:t>11/16/25</a:t>
            </a:fld>
            <a:endParaRPr lang="en-US"/>
          </a:p>
        </p:txBody>
      </p:sp>
      <p:sp>
        <p:nvSpPr>
          <p:cNvPr id="3" name="Footer Placeholder 2">
            <a:extLst>
              <a:ext uri="{FF2B5EF4-FFF2-40B4-BE49-F238E27FC236}">
                <a16:creationId xmlns:a16="http://schemas.microsoft.com/office/drawing/2014/main" id="{978CDDDE-D1F5-3445-9E02-EF225AF2CA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FDDC12-6510-6744-AB1F-FF301C99B4F1}"/>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155536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618E0-5F75-094F-AF8D-83675CD5DC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1ACEEF-84D8-1C4E-8109-011D32D36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FDE188-A5DF-A045-9DA4-8C32FDC7EA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76CF674-B7F1-884A-BD43-0DDFE68C4573}"/>
              </a:ext>
            </a:extLst>
          </p:cNvPr>
          <p:cNvSpPr>
            <a:spLocks noGrp="1"/>
          </p:cNvSpPr>
          <p:nvPr>
            <p:ph type="dt" sz="half" idx="10"/>
          </p:nvPr>
        </p:nvSpPr>
        <p:spPr/>
        <p:txBody>
          <a:bodyPr/>
          <a:lstStyle/>
          <a:p>
            <a:fld id="{01FABE52-74C0-4449-A82E-4AEF794E8C4D}" type="datetimeFigureOut">
              <a:rPr lang="en-US" smtClean="0"/>
              <a:t>11/16/25</a:t>
            </a:fld>
            <a:endParaRPr lang="en-US"/>
          </a:p>
        </p:txBody>
      </p:sp>
      <p:sp>
        <p:nvSpPr>
          <p:cNvPr id="6" name="Footer Placeholder 5">
            <a:extLst>
              <a:ext uri="{FF2B5EF4-FFF2-40B4-BE49-F238E27FC236}">
                <a16:creationId xmlns:a16="http://schemas.microsoft.com/office/drawing/2014/main" id="{2A79DB32-51AB-5841-A50A-90B3EF147D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625F05-C4B2-4845-8455-EE102D2D1840}"/>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208360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1039C-487E-634C-B3C9-1FB0B09CFE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284271-D343-6746-BA5C-DD13D538B7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A8663B-2732-AF4D-926E-2392B731D9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141064F-BB2C-5A4B-B14F-86F8B4DB6943}"/>
              </a:ext>
            </a:extLst>
          </p:cNvPr>
          <p:cNvSpPr>
            <a:spLocks noGrp="1"/>
          </p:cNvSpPr>
          <p:nvPr>
            <p:ph type="dt" sz="half" idx="10"/>
          </p:nvPr>
        </p:nvSpPr>
        <p:spPr/>
        <p:txBody>
          <a:bodyPr/>
          <a:lstStyle/>
          <a:p>
            <a:fld id="{01FABE52-74C0-4449-A82E-4AEF794E8C4D}" type="datetimeFigureOut">
              <a:rPr lang="en-US" smtClean="0"/>
              <a:t>11/16/25</a:t>
            </a:fld>
            <a:endParaRPr lang="en-US"/>
          </a:p>
        </p:txBody>
      </p:sp>
      <p:sp>
        <p:nvSpPr>
          <p:cNvPr id="6" name="Footer Placeholder 5">
            <a:extLst>
              <a:ext uri="{FF2B5EF4-FFF2-40B4-BE49-F238E27FC236}">
                <a16:creationId xmlns:a16="http://schemas.microsoft.com/office/drawing/2014/main" id="{629D46D5-BC1C-EF48-9BBE-0B18B33093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4B75F1-EC0A-A94D-A279-311A77A8A921}"/>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604140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5A963-A2B8-6A4F-B8A1-B917AAD171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EF11B0-E08B-1945-8643-AE2DC7A8426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C2C47E-63C5-8343-8DD2-FC4C99E7B69D}"/>
              </a:ext>
            </a:extLst>
          </p:cNvPr>
          <p:cNvSpPr>
            <a:spLocks noGrp="1"/>
          </p:cNvSpPr>
          <p:nvPr>
            <p:ph type="dt" sz="half" idx="10"/>
          </p:nvPr>
        </p:nvSpPr>
        <p:spPr/>
        <p:txBody>
          <a:bodyPr/>
          <a:lstStyle/>
          <a:p>
            <a:fld id="{01FABE52-74C0-4449-A82E-4AEF794E8C4D}" type="datetimeFigureOut">
              <a:rPr lang="en-US" smtClean="0"/>
              <a:t>11/16/25</a:t>
            </a:fld>
            <a:endParaRPr lang="en-US"/>
          </a:p>
        </p:txBody>
      </p:sp>
      <p:sp>
        <p:nvSpPr>
          <p:cNvPr id="5" name="Footer Placeholder 4">
            <a:extLst>
              <a:ext uri="{FF2B5EF4-FFF2-40B4-BE49-F238E27FC236}">
                <a16:creationId xmlns:a16="http://schemas.microsoft.com/office/drawing/2014/main" id="{7F3B18C6-45B0-4F40-882E-41C0DAD077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2B5436-A954-B14B-9DAD-0952CF4612D9}"/>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89540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7063F4-710B-404B-A173-82A1DC0D2D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B04CB7-1D9E-DA43-8FC7-5FACA39CFCC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0DF71A-FF66-FB4A-B299-821D748C76C7}"/>
              </a:ext>
            </a:extLst>
          </p:cNvPr>
          <p:cNvSpPr>
            <a:spLocks noGrp="1"/>
          </p:cNvSpPr>
          <p:nvPr>
            <p:ph type="dt" sz="half" idx="10"/>
          </p:nvPr>
        </p:nvSpPr>
        <p:spPr/>
        <p:txBody>
          <a:bodyPr/>
          <a:lstStyle/>
          <a:p>
            <a:fld id="{01FABE52-74C0-4449-A82E-4AEF794E8C4D}" type="datetimeFigureOut">
              <a:rPr lang="en-US" smtClean="0"/>
              <a:t>11/16/25</a:t>
            </a:fld>
            <a:endParaRPr lang="en-US"/>
          </a:p>
        </p:txBody>
      </p:sp>
      <p:sp>
        <p:nvSpPr>
          <p:cNvPr id="5" name="Footer Placeholder 4">
            <a:extLst>
              <a:ext uri="{FF2B5EF4-FFF2-40B4-BE49-F238E27FC236}">
                <a16:creationId xmlns:a16="http://schemas.microsoft.com/office/drawing/2014/main" id="{B33D2F75-65A5-F643-9E5D-56A13B347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300F60-A372-824A-9A29-33446CFCFA2C}"/>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871081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A49120-51F5-3641-B5DF-4B59CCE54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5D347A-047F-2546-8802-2D1E5E29F7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8F7234-20C3-9D42-94C2-7EE9FBE8FB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ABE52-74C0-4449-A82E-4AEF794E8C4D}" type="datetimeFigureOut">
              <a:rPr lang="en-US" smtClean="0"/>
              <a:t>11/16/25</a:t>
            </a:fld>
            <a:endParaRPr lang="en-US"/>
          </a:p>
        </p:txBody>
      </p:sp>
      <p:sp>
        <p:nvSpPr>
          <p:cNvPr id="5" name="Footer Placeholder 4">
            <a:extLst>
              <a:ext uri="{FF2B5EF4-FFF2-40B4-BE49-F238E27FC236}">
                <a16:creationId xmlns:a16="http://schemas.microsoft.com/office/drawing/2014/main" id="{741B583E-1770-5A4E-830D-D11CFA81C8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C1A04A-FB1B-EA43-9566-3C09BB1E34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84ABFF-D714-5E4C-8409-CF24B028649F}" type="slidenum">
              <a:rPr lang="en-US" smtClean="0"/>
              <a:t>‹#›</a:t>
            </a:fld>
            <a:endParaRPr lang="en-US"/>
          </a:p>
        </p:txBody>
      </p:sp>
    </p:spTree>
    <p:extLst>
      <p:ext uri="{BB962C8B-B14F-4D97-AF65-F5344CB8AC3E}">
        <p14:creationId xmlns:p14="http://schemas.microsoft.com/office/powerpoint/2010/main" val="3960516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1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Homework 7</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1" y="1524000"/>
            <a:ext cx="12192001" cy="4832350"/>
          </a:xfrm>
          <a:solidFill>
            <a:schemeClr val="accent2">
              <a:lumMod val="20000"/>
              <a:lumOff val="80000"/>
            </a:schemeClr>
          </a:solidFill>
        </p:spPr>
        <p:txBody>
          <a:bodyPr>
            <a:normAutofit/>
          </a:bodyPr>
          <a:lstStyle/>
          <a:p>
            <a:pPr lvl="1"/>
            <a:endParaRPr lang="en-US" sz="700" dirty="0"/>
          </a:p>
          <a:p>
            <a:pPr marL="0" indent="0">
              <a:buNone/>
            </a:pPr>
            <a:r>
              <a:rPr lang="en-US" sz="1800" dirty="0"/>
              <a:t>Implement  the Following Sorting Algorithms</a:t>
            </a:r>
          </a:p>
          <a:p>
            <a:pPr lvl="1"/>
            <a:r>
              <a:rPr lang="en-US" sz="1800" dirty="0"/>
              <a:t>Merge Sort</a:t>
            </a:r>
          </a:p>
          <a:p>
            <a:pPr lvl="1"/>
            <a:r>
              <a:rPr lang="en-US" sz="1800" dirty="0"/>
              <a:t>Quick Sort</a:t>
            </a:r>
          </a:p>
          <a:p>
            <a:pPr lvl="1"/>
            <a:r>
              <a:rPr lang="en-US" sz="1800" dirty="0"/>
              <a:t>Insertion Sort</a:t>
            </a:r>
          </a:p>
          <a:p>
            <a:pPr marL="0" indent="0">
              <a:buNone/>
            </a:pPr>
            <a:endParaRPr lang="en-US" sz="1800" dirty="0"/>
          </a:p>
          <a:p>
            <a:pPr marL="0" indent="0">
              <a:buNone/>
            </a:pPr>
            <a:r>
              <a:rPr lang="en-US" sz="1800" dirty="0"/>
              <a:t>You must demonstrate your code by creating your own input files with small, medium and large number of input values (e.g. 15, 50 and 500).</a:t>
            </a:r>
          </a:p>
          <a:p>
            <a:pPr marL="0" indent="0">
              <a:buNone/>
            </a:pPr>
            <a:r>
              <a:rPr lang="en-US" sz="1800" dirty="0"/>
              <a:t>To show your code working, provide screen shots of your code executing printing the input values and the sorted values.</a:t>
            </a:r>
          </a:p>
          <a:p>
            <a:pPr marL="0" indent="0">
              <a:buNone/>
            </a:pPr>
            <a:r>
              <a:rPr lang="en-US" sz="1800" dirty="0"/>
              <a:t>In your readme file, you must describe the heart of each algorithm and then compare and contrast their performance and when you would use them. You must provide exact directions on how to run your code.</a:t>
            </a:r>
          </a:p>
          <a:p>
            <a:pPr marL="0" indent="0">
              <a:buNone/>
            </a:pPr>
            <a:endParaRPr lang="en-US" sz="1800" dirty="0"/>
          </a:p>
          <a:p>
            <a:pPr marL="0" indent="0">
              <a:buNone/>
            </a:pPr>
            <a:r>
              <a:rPr lang="en-US" sz="1800" dirty="0"/>
              <a:t>			</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25719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2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Homework 7</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2</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356187"/>
            <a:ext cx="12192000" cy="5083523"/>
          </a:xfrm>
          <a:solidFill>
            <a:schemeClr val="accent2">
              <a:lumMod val="20000"/>
              <a:lumOff val="80000"/>
            </a:schemeClr>
          </a:solidFill>
        </p:spPr>
        <p:txBody>
          <a:bodyPr>
            <a:normAutofit/>
          </a:bodyPr>
          <a:lstStyle/>
          <a:p>
            <a:pPr lvl="1"/>
            <a:endParaRPr lang="en-US" sz="700" dirty="0"/>
          </a:p>
          <a:p>
            <a:pPr marL="0" indent="0">
              <a:buNone/>
            </a:pPr>
            <a:r>
              <a:rPr lang="en-US" sz="1800" dirty="0"/>
              <a:t>Research and Implement a Radix Sort</a:t>
            </a:r>
          </a:p>
          <a:p>
            <a:pPr marL="0" indent="0">
              <a:buNone/>
            </a:pPr>
            <a:r>
              <a:rPr lang="en-US" sz="1800" dirty="0"/>
              <a:t>You must demonstrate your code by creating your own input files with small, medium and large number of input values (e.g. 15, 50 and 500).</a:t>
            </a:r>
          </a:p>
          <a:p>
            <a:pPr marL="0" indent="0">
              <a:buNone/>
            </a:pPr>
            <a:r>
              <a:rPr lang="en-US" sz="1800" dirty="0"/>
              <a:t>To show your code working, provide screen shots of your code executing printing the input values and the sorted values.</a:t>
            </a:r>
          </a:p>
          <a:p>
            <a:pPr marL="0" indent="0">
              <a:buNone/>
            </a:pPr>
            <a:r>
              <a:rPr lang="en-US" sz="1800" dirty="0"/>
              <a:t>In your readme file, you must describe the heart of each algorithm and then compare and contrast their performance and when you would use them. You must provide exact directions on how to run your code.</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1538768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3 (50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Homework 7</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3</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356187"/>
            <a:ext cx="12192000" cy="5083523"/>
          </a:xfrm>
          <a:solidFill>
            <a:schemeClr val="accent2">
              <a:lumMod val="20000"/>
              <a:lumOff val="80000"/>
            </a:schemeClr>
          </a:solidFill>
        </p:spPr>
        <p:txBody>
          <a:bodyPr>
            <a:normAutofit/>
          </a:bodyPr>
          <a:lstStyle/>
          <a:p>
            <a:pPr lvl="1"/>
            <a:endParaRPr lang="en-US" sz="700" dirty="0"/>
          </a:p>
          <a:p>
            <a:pPr marL="0" indent="0">
              <a:buNone/>
            </a:pPr>
            <a:r>
              <a:rPr lang="en-US" sz="1800" dirty="0"/>
              <a:t>You are building a dating web service. There are an equal number of men and women. Implement the gale-</a:t>
            </a:r>
            <a:r>
              <a:rPr lang="en-US" sz="1800" dirty="0" err="1"/>
              <a:t>shapley</a:t>
            </a:r>
            <a:r>
              <a:rPr lang="en-US" sz="1800" dirty="0"/>
              <a:t> algorithm to assign the best dates for the given input. The algorithm mush match the men and women such that no date is unstable.</a:t>
            </a:r>
          </a:p>
          <a:p>
            <a:pPr lvl="1"/>
            <a:r>
              <a:rPr lang="en-US" sz="1400" dirty="0"/>
              <a:t>Every man ranks the women in order of preference</a:t>
            </a:r>
          </a:p>
          <a:p>
            <a:pPr lvl="1"/>
            <a:r>
              <a:rPr lang="en-US" sz="1400" dirty="0"/>
              <a:t>Every woman ranks the men in order of preference</a:t>
            </a:r>
          </a:p>
          <a:p>
            <a:pPr lvl="1"/>
            <a:r>
              <a:rPr lang="en-US" sz="1400" dirty="0"/>
              <a:t>Each man proposes a date to the woman he most prefers</a:t>
            </a:r>
          </a:p>
          <a:p>
            <a:pPr lvl="1"/>
            <a:r>
              <a:rPr lang="en-US" sz="1400" dirty="0"/>
              <a:t>Each woman either considers the date requests she receives and replies “maybe” to the man she likes best and “no” to all the rest</a:t>
            </a:r>
          </a:p>
          <a:p>
            <a:pPr lvl="1"/>
            <a:r>
              <a:rPr lang="en-US" sz="1400" dirty="0"/>
              <a:t>As long as there are unmatched men, each man proposes a date to the most preferred woman to whom he has not yet proposed a date too regardless of whether or not she is already matched</a:t>
            </a:r>
          </a:p>
          <a:p>
            <a:pPr lvl="1"/>
            <a:r>
              <a:rPr lang="en-US" sz="1400" dirty="0"/>
              <a:t>Each woman reviews the new proposals and either replies “maybe” if she is not yet matched or if she prefers this new man to the one she was previously matched to she rejects her previous date and accepts the new request</a:t>
            </a:r>
          </a:p>
          <a:p>
            <a:pPr marL="0" indent="0">
              <a:buNone/>
            </a:pPr>
            <a:endParaRPr lang="en-US" sz="1800" dirty="0"/>
          </a:p>
          <a:p>
            <a:pPr marL="0" indent="0">
              <a:buNone/>
            </a:pPr>
            <a:r>
              <a:rPr lang="en-US" sz="1800" dirty="0"/>
              <a:t>Demonstrate that your code works by running your solution in a terminal window. You must print your input and the calculated output for each of the supplied input samples.</a:t>
            </a:r>
          </a:p>
          <a:p>
            <a:pPr marL="0" indent="0">
              <a:buNone/>
            </a:pPr>
            <a:r>
              <a:rPr lang="en-US" sz="1800" dirty="0"/>
              <a:t>You should submit a </a:t>
            </a:r>
            <a:r>
              <a:rPr lang="en-US" sz="1800" dirty="0" err="1"/>
              <a:t>readme.txt</a:t>
            </a:r>
            <a:r>
              <a:rPr lang="en-US" sz="1800" dirty="0"/>
              <a:t> file with an explanation of your code and algorithms. You must provide exact instructions on how to run your code and you must submit screen shots of your running code.</a:t>
            </a:r>
          </a:p>
        </p:txBody>
      </p:sp>
    </p:spTree>
    <p:extLst>
      <p:ext uri="{BB962C8B-B14F-4D97-AF65-F5344CB8AC3E}">
        <p14:creationId xmlns:p14="http://schemas.microsoft.com/office/powerpoint/2010/main" val="1286960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3</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Homework 7</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4</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356187"/>
            <a:ext cx="12192000" cy="5083523"/>
          </a:xfrm>
          <a:solidFill>
            <a:schemeClr val="accent2">
              <a:lumMod val="20000"/>
              <a:lumOff val="80000"/>
            </a:schemeClr>
          </a:solidFill>
        </p:spPr>
        <p:txBody>
          <a:bodyPr>
            <a:normAutofit fontScale="85000" lnSpcReduction="20000"/>
          </a:bodyPr>
          <a:lstStyle/>
          <a:p>
            <a:pPr lvl="1"/>
            <a:endParaRPr lang="en-US" sz="700" dirty="0"/>
          </a:p>
          <a:p>
            <a:pPr marL="0" indent="0">
              <a:buNone/>
            </a:pPr>
            <a:r>
              <a:rPr lang="en-US" sz="1800" dirty="0"/>
              <a:t>Sample input file:</a:t>
            </a:r>
          </a:p>
          <a:p>
            <a:pPr marL="0" indent="0">
              <a:buNone/>
            </a:pPr>
            <a:r>
              <a:rPr lang="en-US" sz="1800" dirty="0"/>
              <a:t>The first line will be the number of men and women</a:t>
            </a:r>
          </a:p>
          <a:p>
            <a:pPr marL="0" indent="0">
              <a:buNone/>
            </a:pPr>
            <a:r>
              <a:rPr lang="en-US" sz="1800" dirty="0"/>
              <a:t>The following lines will be the person followed by their in-order selections</a:t>
            </a:r>
          </a:p>
          <a:p>
            <a:pPr marL="0" indent="0">
              <a:buNone/>
            </a:pPr>
            <a:endParaRPr lang="en-US" sz="1800" dirty="0"/>
          </a:p>
          <a:p>
            <a:pPr marL="0" indent="0">
              <a:buNone/>
            </a:pPr>
            <a:r>
              <a:rPr lang="en-US" sz="1800" dirty="0"/>
              <a:t>10</a:t>
            </a:r>
            <a:br>
              <a:rPr lang="en-US" sz="1800" dirty="0"/>
            </a:br>
            <a:r>
              <a:rPr lang="en-US" sz="1800" dirty="0"/>
              <a:t>Benjamin Christine Marjorie Florence Katie Cynthia Julia Deborah Stella Karen Roberta</a:t>
            </a:r>
            <a:br>
              <a:rPr lang="en-US" sz="1800" dirty="0"/>
            </a:br>
            <a:r>
              <a:rPr lang="en-US" sz="1800" dirty="0"/>
              <a:t>Kenneth Julia Katie Roberta Florence Stella Cynthia Christine Marjorie Karen Deborah</a:t>
            </a:r>
            <a:br>
              <a:rPr lang="en-US" sz="1800" dirty="0"/>
            </a:br>
            <a:r>
              <a:rPr lang="en-US" sz="1800" dirty="0"/>
              <a:t>Shane Karen Cynthia Katie Stella Christine Roberta Julia Marjorie Florence Deborah</a:t>
            </a:r>
            <a:br>
              <a:rPr lang="en-US" sz="1800" dirty="0"/>
            </a:br>
            <a:r>
              <a:rPr lang="en-US" sz="1800" dirty="0"/>
              <a:t>Barry Stella Karen Julia Deborah Christine Cynthia Marjorie Roberta Katie Florence</a:t>
            </a:r>
            <a:br>
              <a:rPr lang="en-US" sz="1800" dirty="0"/>
            </a:br>
            <a:r>
              <a:rPr lang="en-US" sz="1800" dirty="0"/>
              <a:t>Robert Florence Marjorie Deborah Roberta Karen Katie Christine Cynthia Stella Julia</a:t>
            </a:r>
            <a:br>
              <a:rPr lang="en-US" sz="1800" dirty="0"/>
            </a:br>
            <a:r>
              <a:rPr lang="en-US" sz="1800" dirty="0"/>
              <a:t>David Julia Stella Florence Marjorie Cynthia Deborah Roberta Christine Katie Karen</a:t>
            </a:r>
            <a:br>
              <a:rPr lang="en-US" sz="1800" dirty="0"/>
            </a:br>
            <a:r>
              <a:rPr lang="en-US" sz="1800" dirty="0"/>
              <a:t>Travis Deborah Roberta Katie Stella Julia Cynthia Florence Christine Marjorie Karen</a:t>
            </a:r>
            <a:br>
              <a:rPr lang="en-US" sz="1800" dirty="0"/>
            </a:br>
            <a:r>
              <a:rPr lang="en-US" sz="1800" dirty="0"/>
              <a:t>Eddie Florence Katie Stella Karen Marjorie Deborah Julia Christine Roberta Cynthia</a:t>
            </a:r>
            <a:br>
              <a:rPr lang="en-US" sz="1800" dirty="0"/>
            </a:br>
            <a:r>
              <a:rPr lang="en-US" sz="1800" dirty="0"/>
              <a:t>James Stella Florence Marjorie Katie Cynthia Julia Roberta Deborah Christine Karen</a:t>
            </a:r>
            <a:br>
              <a:rPr lang="en-US" sz="1800" dirty="0"/>
            </a:br>
            <a:r>
              <a:rPr lang="en-US" sz="1800" dirty="0"/>
              <a:t>John Marjorie Deborah Julia Christine Stella Florence Roberta Karen Cynthia Katie</a:t>
            </a:r>
            <a:br>
              <a:rPr lang="en-US" sz="1800" dirty="0"/>
            </a:br>
            <a:r>
              <a:rPr lang="en-US" sz="1800" dirty="0"/>
              <a:t>Roberta Robert Travis Shane Benjamin David John James Barry Eddie Kenneth</a:t>
            </a:r>
            <a:br>
              <a:rPr lang="en-US" sz="1800" dirty="0"/>
            </a:br>
            <a:r>
              <a:rPr lang="en-US" sz="1800" dirty="0"/>
              <a:t>Christine Robert Benjamin Barry Shane Kenneth John James David Travis Eddie</a:t>
            </a:r>
            <a:br>
              <a:rPr lang="en-US" sz="1800" dirty="0"/>
            </a:br>
            <a:r>
              <a:rPr lang="en-US" sz="1800" dirty="0"/>
              <a:t>Cynthia John Barry Eddie David Benjamin Robert Kenneth Shane James Travis</a:t>
            </a:r>
            <a:br>
              <a:rPr lang="en-US" sz="1800" dirty="0"/>
            </a:br>
            <a:r>
              <a:rPr lang="en-US" sz="1800" dirty="0"/>
              <a:t>Julia Kenneth James Barry Travis John Eddie Benjamin David Robert Shane</a:t>
            </a:r>
            <a:br>
              <a:rPr lang="en-US" sz="1800" dirty="0"/>
            </a:br>
            <a:r>
              <a:rPr lang="en-US" sz="1800" dirty="0"/>
              <a:t>Stella Benjamin Shane Kenneth James Barry Eddie Travis Robert John David</a:t>
            </a:r>
            <a:br>
              <a:rPr lang="en-US" sz="1800" dirty="0"/>
            </a:br>
            <a:r>
              <a:rPr lang="en-US" sz="1800" dirty="0"/>
              <a:t>Karen Shane Barry Robert John Kenneth David James Travis Benjamin Eddie</a:t>
            </a:r>
            <a:br>
              <a:rPr lang="en-US" sz="1800" dirty="0"/>
            </a:br>
            <a:r>
              <a:rPr lang="en-US" sz="1800" dirty="0"/>
              <a:t>Marjorie Barry John Travis Kenneth David Robert Eddie Benjamin James Shane</a:t>
            </a:r>
            <a:br>
              <a:rPr lang="en-US" sz="1800" dirty="0"/>
            </a:br>
            <a:r>
              <a:rPr lang="en-US" sz="1800" dirty="0"/>
              <a:t>Florence John James Benjamin Eddie David Kenneth Travis Shane Barry Robert</a:t>
            </a:r>
            <a:br>
              <a:rPr lang="en-US" sz="1800" dirty="0"/>
            </a:br>
            <a:r>
              <a:rPr lang="en-US" sz="1800" dirty="0"/>
              <a:t>Deborah Barry Travis David Eddie Robert John James Benjamin Shane Kenneth</a:t>
            </a:r>
            <a:br>
              <a:rPr lang="en-US" sz="1800" dirty="0"/>
            </a:br>
            <a:r>
              <a:rPr lang="en-US" sz="1800" dirty="0"/>
              <a:t>Katie John Benjamin Eddie Robert Barry Travis James Kenneth Shane David</a:t>
            </a:r>
          </a:p>
        </p:txBody>
      </p:sp>
    </p:spTree>
    <p:extLst>
      <p:ext uri="{BB962C8B-B14F-4D97-AF65-F5344CB8AC3E}">
        <p14:creationId xmlns:p14="http://schemas.microsoft.com/office/powerpoint/2010/main" val="1424087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TotalTime>
  <Words>784</Words>
  <Application>Microsoft Macintosh PowerPoint</Application>
  <PresentationFormat>Widescreen</PresentationFormat>
  <Paragraphs>60</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Problem 1 (25 pts)</vt:lpstr>
      <vt:lpstr>Problem 2 (25 pts)</vt:lpstr>
      <vt:lpstr>Problem 3 (50 pts)</vt:lpstr>
      <vt:lpstr>Problem 3</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Introduce Yourself</dc:title>
  <dc:creator>David Mellor</dc:creator>
  <cp:lastModifiedBy>David Mellor</cp:lastModifiedBy>
  <cp:revision>42</cp:revision>
  <dcterms:created xsi:type="dcterms:W3CDTF">2024-08-26T20:23:57Z</dcterms:created>
  <dcterms:modified xsi:type="dcterms:W3CDTF">2025-11-16T18:21:21Z</dcterms:modified>
</cp:coreProperties>
</file>