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90" r:id="rId2"/>
    <p:sldId id="291" r:id="rId3"/>
    <p:sldId id="292" r:id="rId4"/>
    <p:sldId id="293" r:id="rId5"/>
    <p:sldId id="2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A5ECBB-B71C-BC43-8271-C53449D8EA9F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F012D-48B4-A145-B00F-C255DB6D6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CF314-6451-754D-AFE2-DAF956D032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1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CF314-6451-754D-AFE2-DAF956D032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85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CF314-6451-754D-AFE2-DAF956D032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0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CF314-6451-754D-AFE2-DAF956D032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6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CF314-6451-754D-AFE2-DAF956D032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52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C25D-F922-B746-9A70-DBEF767A6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A9F0E-6B26-C54B-BC8E-BE722E359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29E97-2D20-B14F-8AF8-EA44C066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68A4-436C-6B49-89C3-F106487D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01D27-D0DE-6143-AFDF-0F6F1FA1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0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5CE1-7A58-FE4D-8891-84828C80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1BFB-D804-624C-811A-C8DC29D9C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31F82-D3BC-A748-A249-319E1E27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04461-7F4C-B246-B27F-BBB531C6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7B88C-360C-5B41-8F98-5B289EC1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4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A93A-3DF0-C04E-9E7D-559E9714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E38E0-6B08-0445-92A0-D0CBAE6AE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717C8-882E-8F48-9492-325A3874B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D0014-D531-154C-A897-E179ADC6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88E9D-1100-5F49-B977-EACA818B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96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CF20-13F4-C148-A70D-23E4FC21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AFA08-B828-C74E-A990-38983A22F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DBD4F-6203-E648-87B4-D673D6E4D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8B72B-507A-5A4E-B4D0-D98ED90F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675CC-9E7E-4E42-8511-94F50FB4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95513-DBCF-0D49-A283-CF3CB8BC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2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3DE97-69CE-2545-B2B4-DB80B8E0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9329B-548C-3340-ADF1-E0BE1A0A8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BA96D-6B97-8B47-A39F-E4C24480E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0CB88-257B-CD4C-92FA-48937E0F2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B3324-CF0A-4145-960F-C8E58BAB2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9CC07-1626-AB4C-B093-12003506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D3B8F-5340-D44A-992B-D3A6DDCC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3F4F7-033F-6F46-8CD8-64C7EFEC8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7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E7B13-AE27-2D48-B861-E5058C25B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E5DEF-2FC9-6349-9E8F-E658ED88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C2F9B-967A-7F40-ABD9-8DD06401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FEBB8-029C-AA4D-9D60-3FE74AB8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9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A307E-E65E-F94F-A421-6665454C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CDDDE-D1F5-3445-9E02-EF225AF2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DDC12-6510-6744-AB1F-FF301C99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3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18E0-5F75-094F-AF8D-83675CD5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ACEEF-84D8-1C4E-8109-011D32D36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DE188-A5DF-A045-9DA4-8C32FDC7E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CF674-B7F1-884A-BD43-0DDFE68C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9DB32-51AB-5841-A50A-90B3EF147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25F05-C4B2-4845-8455-EE102D2D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6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039C-487E-634C-B3C9-1FB0B09CF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284271-D343-6746-BA5C-DD13D538B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8663B-2732-AF4D-926E-2392B731D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1064F-BB2C-5A4B-B14F-86F8B4DB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D46D5-BC1C-EF48-9BBE-0B18B330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B75F1-EC0A-A94D-A279-311A77A8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4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A963-A2B8-6A4F-B8A1-B917AAD1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F11B0-E08B-1945-8643-AE2DC7A84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2C47E-63C5-8343-8DD2-FC4C99E7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18C6-45B0-4F40-882E-41C0DAD0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B5436-A954-B14B-9DAD-0952CF46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0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063F4-710B-404B-A173-82A1DC0D2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04CB7-1D9E-DA43-8FC7-5FACA39CF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DF71A-FF66-FB4A-B299-821D748C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D2F75-65A5-F643-9E5D-56A13B34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00F60-A372-824A-9A29-33446CFC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8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49120-51F5-3641-B5DF-4B59CCE54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D347A-047F-2546-8802-2D1E5E29F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F7234-20C3-9D42-94C2-7EE9FBE8F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ABE52-74C0-4449-A82E-4AEF794E8C4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B583E-1770-5A4E-830D-D11CFA81C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1A04A-FB1B-EA43-9566-3C09BB1E3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4ABFF-D714-5E4C-8409-CF24B0286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1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BDEA-2B9D-B840-809F-2653FC5D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8094"/>
            <a:ext cx="12192000" cy="93494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Problem 1 (15 pts)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934F1-EFDA-3042-B8D1-1627EF63AA28}"/>
              </a:ext>
            </a:extLst>
          </p:cNvPr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CS526  Homework Assignment 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AFAF-307E-C046-A210-B750151E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Metropolitan College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80371-C631-6347-9CDD-6C6B37EC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76E-C529-7042-8A86-14EE2C2A0384}" type="slidenum">
              <a:rPr lang="en-US" smtClean="0"/>
              <a:t>1</a:t>
            </a:fld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E583E3C-EE0D-E648-90CF-E0827356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13043"/>
            <a:ext cx="12192000" cy="474330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lvl="0"/>
            <a:r>
              <a:rPr lang="en-US" dirty="0"/>
              <a:t>Write a program to determine if a given string is a palindrome</a:t>
            </a:r>
          </a:p>
          <a:p>
            <a:pPr lvl="1"/>
            <a:r>
              <a:rPr lang="en-US" dirty="0"/>
              <a:t>Input: you will be given an input file with one string per line</a:t>
            </a:r>
          </a:p>
          <a:p>
            <a:pPr lvl="1"/>
            <a:r>
              <a:rPr lang="en-US" dirty="0"/>
              <a:t>Output: for each line output if the string is a palindrome</a:t>
            </a:r>
          </a:p>
          <a:p>
            <a:pPr lvl="1"/>
            <a:r>
              <a:rPr lang="en-US" dirty="0"/>
              <a:t>Output: the total number of palindromes</a:t>
            </a:r>
          </a:p>
          <a:p>
            <a:pPr lvl="1"/>
            <a:r>
              <a:rPr lang="en-US" dirty="0"/>
              <a:t>E.g. </a:t>
            </a:r>
          </a:p>
          <a:p>
            <a:pPr lvl="1"/>
            <a:r>
              <a:rPr lang="en-US" dirty="0"/>
              <a:t>Input: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Output: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1"/>
            <a:endParaRPr lang="en-US" sz="700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B4D6E-CF62-374B-8DB3-8033326E80D5}"/>
              </a:ext>
            </a:extLst>
          </p:cNvPr>
          <p:cNvSpPr txBox="1"/>
          <p:nvPr/>
        </p:nvSpPr>
        <p:spPr>
          <a:xfrm>
            <a:off x="1536970" y="3659239"/>
            <a:ext cx="2075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geek</a:t>
            </a:r>
          </a:p>
          <a:p>
            <a:r>
              <a:rPr lang="en-US" dirty="0" err="1"/>
              <a:t>asleelsa</a:t>
            </a:r>
            <a:endParaRPr lang="en-US" dirty="0"/>
          </a:p>
          <a:p>
            <a:r>
              <a:rPr lang="en-US"/>
              <a:t>thisisatesttsetasisiht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56032-8EB7-654D-BA74-0A569E8423D8}"/>
              </a:ext>
            </a:extLst>
          </p:cNvPr>
          <p:cNvSpPr txBox="1"/>
          <p:nvPr/>
        </p:nvSpPr>
        <p:spPr>
          <a:xfrm>
            <a:off x="1762327" y="4869295"/>
            <a:ext cx="1136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79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BDEA-2B9D-B840-809F-2653FC5D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8094"/>
            <a:ext cx="12192000" cy="93494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Problem 2 (20 pts)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934F1-EFDA-3042-B8D1-1627EF63AA28}"/>
              </a:ext>
            </a:extLst>
          </p:cNvPr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CS526  Homework Assignment 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AFAF-307E-C046-A210-B750151E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Metropolitan College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80371-C631-6347-9CDD-6C6B37EC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76E-C529-7042-8A86-14EE2C2A0384}" type="slidenum">
              <a:rPr lang="en-US" smtClean="0"/>
              <a:t>2</a:t>
            </a:fld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E583E3C-EE0D-E648-90CF-E0827356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13043"/>
            <a:ext cx="12192000" cy="474330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lvl="0"/>
            <a:r>
              <a:rPr lang="en-US" dirty="0"/>
              <a:t>Using Recursion</a:t>
            </a:r>
          </a:p>
          <a:p>
            <a:pPr lvl="1"/>
            <a:r>
              <a:rPr lang="en-US" dirty="0"/>
              <a:t>Create a function that prints and counts the unique set of sub-strings of a given string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Input: </a:t>
            </a:r>
            <a:r>
              <a:rPr lang="en-US" dirty="0" err="1"/>
              <a:t>abcab</a:t>
            </a:r>
            <a:endParaRPr lang="en-US" dirty="0"/>
          </a:p>
          <a:p>
            <a:pPr lvl="1"/>
            <a:r>
              <a:rPr lang="en-US" dirty="0"/>
              <a:t>Output: </a:t>
            </a:r>
            <a:r>
              <a:rPr lang="en-US" dirty="0" err="1"/>
              <a:t>bca</a:t>
            </a:r>
            <a:r>
              <a:rPr lang="en-US" dirty="0"/>
              <a:t>, </a:t>
            </a:r>
            <a:r>
              <a:rPr lang="en-US" dirty="0" err="1"/>
              <a:t>bc</a:t>
            </a:r>
            <a:r>
              <a:rPr lang="en-US" dirty="0"/>
              <a:t>, </a:t>
            </a:r>
            <a:r>
              <a:rPr lang="en-US" dirty="0" err="1"/>
              <a:t>abc</a:t>
            </a:r>
            <a:r>
              <a:rPr lang="en-US" dirty="0"/>
              <a:t>, cab, c, b, a, </a:t>
            </a:r>
            <a:r>
              <a:rPr lang="en-US" dirty="0" err="1"/>
              <a:t>abca</a:t>
            </a:r>
            <a:r>
              <a:rPr lang="en-US" dirty="0"/>
              <a:t>, ca, ab, </a:t>
            </a:r>
            <a:r>
              <a:rPr lang="en-US" dirty="0" err="1"/>
              <a:t>abcab</a:t>
            </a:r>
            <a:r>
              <a:rPr lang="en-US" dirty="0"/>
              <a:t>, </a:t>
            </a:r>
            <a:r>
              <a:rPr lang="en-US" dirty="0" err="1"/>
              <a:t>bcab</a:t>
            </a:r>
            <a:r>
              <a:rPr lang="en-US"/>
              <a:t> -&gt; 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08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BDEA-2B9D-B840-809F-2653FC5D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8094"/>
            <a:ext cx="12192000" cy="93494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Problem 3 (20 pts)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934F1-EFDA-3042-B8D1-1627EF63AA28}"/>
              </a:ext>
            </a:extLst>
          </p:cNvPr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CS526  Homework Assignment 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AFAF-307E-C046-A210-B750151E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Metropolitan College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80371-C631-6347-9CDD-6C6B37EC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76E-C529-7042-8A86-14EE2C2A0384}" type="slidenum">
              <a:rPr lang="en-US" smtClean="0"/>
              <a:t>3</a:t>
            </a:fld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E583E3C-EE0D-E648-90CF-E0827356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13043"/>
            <a:ext cx="12192000" cy="474330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lvl="0"/>
            <a:r>
              <a:rPr lang="en-US" dirty="0"/>
              <a:t>Using Recursion</a:t>
            </a:r>
          </a:p>
          <a:p>
            <a:pPr lvl="1"/>
            <a:r>
              <a:rPr lang="en-US" dirty="0"/>
              <a:t>Write a function that reverses a stack implemented as an array</a:t>
            </a:r>
          </a:p>
          <a:p>
            <a:pPr lvl="1"/>
            <a:r>
              <a:rPr lang="en-US" dirty="0"/>
              <a:t>Write a function that reverses a stack implemented as a Linked-list</a:t>
            </a:r>
          </a:p>
          <a:p>
            <a:pPr lvl="1"/>
            <a:r>
              <a:rPr lang="en-US" dirty="0"/>
              <a:t>Write a function that reverses a stack implemented as a doubly linked-list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Input: 1, 2, 3, 4, 5, 6, 7, 8, 9, 10</a:t>
            </a:r>
          </a:p>
          <a:p>
            <a:pPr lvl="1"/>
            <a:r>
              <a:rPr lang="en-US" dirty="0"/>
              <a:t>Output: 10, 9, 8, 7, 6, 5, 4, 3, 2, 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01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BDEA-2B9D-B840-809F-2653FC5D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8094"/>
            <a:ext cx="12192000" cy="93494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Problem 4 (45 pts)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934F1-EFDA-3042-B8D1-1627EF63AA28}"/>
              </a:ext>
            </a:extLst>
          </p:cNvPr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CS526  Homework Assignment 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AFAF-307E-C046-A210-B750151E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Metropolitan College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80371-C631-6347-9CDD-6C6B37EC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76E-C529-7042-8A86-14EE2C2A0384}" type="slidenum">
              <a:rPr lang="en-US" smtClean="0"/>
              <a:t>4</a:t>
            </a:fld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E583E3C-EE0D-E648-90CF-E0827356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13043"/>
            <a:ext cx="12192000" cy="474330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000" dirty="0"/>
              <a:t>A group of n Ghostbusters is battling n ghosts. Each Ghostbuster carries a proton pack which shoots a steam at a ghost destroying it. A stream goes in a straight line in both directions and continues when it hits the ghost. The Ghostbusters decide upon the following strategy:</a:t>
            </a:r>
          </a:p>
          <a:p>
            <a:pPr lvl="1"/>
            <a:r>
              <a:rPr lang="en-US" sz="2000" dirty="0"/>
              <a:t>They will pair off with the ghosts, forming n Ghostbuster-ghost pairs and then simultaneously each Ghostbuster will shoot a stream at their chosen ghost. The streams are not allowed to cross so each Ghostbuster must choose a paring for which no streams will cross.</a:t>
            </a:r>
          </a:p>
          <a:p>
            <a:pPr lvl="1"/>
            <a:r>
              <a:rPr lang="en-US" sz="2000" dirty="0"/>
              <a:t>You can assume that there are an equal number Ghostbusters and ghosts.</a:t>
            </a:r>
          </a:p>
          <a:p>
            <a:r>
              <a:rPr lang="en-US" sz="2000" dirty="0"/>
              <a:t>Create a solution which will determine if all of the Ghosts can be eliminated in a single shot of the Ghostbusters by returning the string “All Ghosts: “ &lt;</a:t>
            </a:r>
            <a:r>
              <a:rPr lang="en-US" sz="2000" dirty="0" err="1"/>
              <a:t>were|were</a:t>
            </a:r>
            <a:r>
              <a:rPr lang="en-US" sz="2000" dirty="0"/>
              <a:t> not&gt; “ eliminated”</a:t>
            </a:r>
          </a:p>
          <a:p>
            <a:r>
              <a:rPr lang="en-US" sz="2000" dirty="0"/>
              <a:t>Partial credit will be given for the design and algorithm and full credit will be given for a correct working solution.</a:t>
            </a:r>
          </a:p>
          <a:p>
            <a:r>
              <a:rPr lang="en-US" sz="2000" dirty="0"/>
              <a:t>I will provide a set test cases in the format:</a:t>
            </a:r>
          </a:p>
          <a:p>
            <a:pPr lvl="1"/>
            <a:r>
              <a:rPr lang="en-US" sz="1600" dirty="0"/>
              <a:t>Line 1 will contain the number of Ghostbusters</a:t>
            </a:r>
          </a:p>
          <a:p>
            <a:pPr lvl="1"/>
            <a:r>
              <a:rPr lang="en-US" sz="1600" dirty="0"/>
              <a:t>Lines 2-n will contain a ghostbuster, ghost paring represented as a series of letters and numbers space separated with a B indicating the position of a Ghostbuster, a G indicating the position of a ghost. The information following either a B or a G will be the X Y coordinate of either the ghostbuster or the ghost.</a:t>
            </a:r>
          </a:p>
          <a:p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7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07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BDEA-2B9D-B840-809F-2653FC5D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8094"/>
            <a:ext cx="12192000" cy="93494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Problem 4 (</a:t>
            </a:r>
            <a:r>
              <a:rPr lang="en-US" b="1" dirty="0" err="1"/>
              <a:t>con’t</a:t>
            </a:r>
            <a:r>
              <a:rPr lang="en-US" b="1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934F1-EFDA-3042-B8D1-1627EF63AA28}"/>
              </a:ext>
            </a:extLst>
          </p:cNvPr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CS526  Homework Assignment 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AFAF-307E-C046-A210-B750151E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Boston University Metropolitan College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80371-C631-6347-9CDD-6C6B37EC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876E-C529-7042-8A86-14EE2C2A0384}" type="slidenum">
              <a:rPr lang="en-US" smtClean="0"/>
              <a:t>5</a:t>
            </a:fld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E583E3C-EE0D-E648-90CF-E0827356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13043"/>
            <a:ext cx="12192000" cy="474330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000" dirty="0"/>
              <a:t>A sample input file might look like: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2</a:t>
            </a:r>
          </a:p>
          <a:p>
            <a:pPr marL="0" indent="0">
              <a:buNone/>
            </a:pPr>
            <a:r>
              <a:rPr lang="en-US" sz="2000" dirty="0"/>
              <a:t>B 0 0 G 5 5</a:t>
            </a:r>
          </a:p>
          <a:p>
            <a:pPr marL="0" indent="0">
              <a:buNone/>
            </a:pPr>
            <a:r>
              <a:rPr lang="en-US" sz="2000" dirty="0"/>
              <a:t>B 3 0 G 0 3</a:t>
            </a: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7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AE05D-00ED-B741-9459-5D83EE6D9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649" y="2885215"/>
            <a:ext cx="4482846" cy="310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51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539</Words>
  <Application>Microsoft Macintosh PowerPoint</Application>
  <PresentationFormat>Widescreen</PresentationFormat>
  <Paragraphs>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Problem 1 (15 pts)</vt:lpstr>
      <vt:lpstr>Problem 2 (20 pts)</vt:lpstr>
      <vt:lpstr>Problem 3 (20 pts)</vt:lpstr>
      <vt:lpstr>Problem 4 (45 pts)</vt:lpstr>
      <vt:lpstr>Problem 4 (con’t)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 Yourself</dc:title>
  <dc:creator>David Mellor</dc:creator>
  <cp:lastModifiedBy>David Mellor</cp:lastModifiedBy>
  <cp:revision>23</cp:revision>
  <cp:lastPrinted>2024-09-25T19:22:11Z</cp:lastPrinted>
  <dcterms:created xsi:type="dcterms:W3CDTF">2024-08-26T20:23:57Z</dcterms:created>
  <dcterms:modified xsi:type="dcterms:W3CDTF">2025-10-03T11:58:18Z</dcterms:modified>
</cp:coreProperties>
</file>